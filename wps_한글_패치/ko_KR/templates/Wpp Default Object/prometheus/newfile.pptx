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ko-KR" altLang="en-US" dirty="0"/>
          </a:p>
        </p:txBody>
      </p:sp>
      <p:sp>
        <p:nvSpPr>
          <p:cNvPr id="16" name="날짜 개체 틀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ko-KR" altLang="en-US" smtClean="0"/>
              <a:t>마스터 텍스트 스타일을 편집하려면 클릭</a:t>
            </a:r>
            <a:endParaRPr lang="ko-KR" altLang="en-US" smtClean="0"/>
          </a:p>
          <a:p>
            <a:pPr lvl="1"/>
            <a:r>
              <a:rPr lang="ko-KR" altLang="en-US" smtClean="0"/>
              <a:t>두 번째 수준</a:t>
            </a:r>
            <a:endParaRPr lang="ko-KR" altLang="en-US" smtClean="0"/>
          </a:p>
          <a:p>
            <a:pPr lvl="2"/>
            <a:r>
              <a:rPr lang="ko-KR" altLang="en-US" smtClean="0"/>
              <a:t>세 번째 수준</a:t>
            </a:r>
            <a:endParaRPr lang="ko-KR" altLang="en-US" smtClean="0"/>
          </a:p>
          <a:p>
            <a:pPr lvl="3"/>
            <a:r>
              <a:rPr lang="ko-KR" altLang="en-US" smtClean="0"/>
              <a:t>네 번째 수준</a:t>
            </a:r>
            <a:endParaRPr lang="ko-KR" altLang="en-US" smtClean="0"/>
          </a:p>
          <a:p>
            <a:pPr lvl="4"/>
            <a:r>
              <a:rPr lang="ko-KR" altLang="en-US" smtClean="0"/>
              <a:t>다섯 번째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ko-KR" altLang="en-US" dirty="0"/>
              <a:t>제목을 편집하려면 클릭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텍스트를 편집하려면 클릭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ko-KR" altLang="en-US" smtClean="0"/>
              <a:t>마스터 텍스트 스타일을 편집하려면 클릭</a:t>
            </a:r>
            <a:endParaRPr lang="ko-KR" altLang="en-US" smtClean="0"/>
          </a:p>
          <a:p>
            <a:pPr lvl="1"/>
            <a:r>
              <a:rPr lang="ko-KR" altLang="en-US" smtClean="0"/>
              <a:t>두 번째 수준</a:t>
            </a:r>
            <a:endParaRPr lang="ko-KR" altLang="en-US" smtClean="0"/>
          </a:p>
          <a:p>
            <a:pPr lvl="2"/>
            <a:r>
              <a:rPr lang="ko-KR" altLang="en-US" smtClean="0"/>
              <a:t>세 번째 수준</a:t>
            </a:r>
            <a:endParaRPr lang="ko-KR" altLang="en-US" smtClean="0"/>
          </a:p>
          <a:p>
            <a:pPr lvl="3"/>
            <a:r>
              <a:rPr lang="ko-KR" altLang="en-US" smtClean="0"/>
              <a:t>네 번째 수준</a:t>
            </a:r>
            <a:endParaRPr lang="ko-KR" altLang="en-US" smtClean="0"/>
          </a:p>
          <a:p>
            <a:pPr lvl="4"/>
            <a:r>
              <a:rPr lang="ko-KR" altLang="en-US" smtClean="0"/>
              <a:t>다섯 번째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  <a:endParaRPr lang="ko-KR" altLang="en-US" dirty="0"/>
          </a:p>
          <a:p>
            <a:pPr lvl="2"/>
            <a:r>
              <a:rPr lang="ko-KR" altLang="en-US" dirty="0"/>
              <a:t>세 번째 수준</a:t>
            </a:r>
            <a:endParaRPr lang="ko-KR" altLang="en-US" dirty="0"/>
          </a:p>
          <a:p>
            <a:pPr lvl="3"/>
            <a:r>
              <a:rPr lang="ko-KR" altLang="en-US" dirty="0"/>
              <a:t>네 번째 수준</a:t>
            </a:r>
            <a:endParaRPr lang="ko-KR" altLang="en-US" dirty="0"/>
          </a:p>
          <a:p>
            <a:pPr lvl="4"/>
            <a:r>
              <a:rPr lang="ko-KR" altLang="en-US" dirty="0"/>
              <a:t>다섯 번째 수준</a:t>
            </a:r>
            <a:endParaRPr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텍스트를 편집하려면 클릭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ko-KR" altLang="en-US" smtClean="0"/>
              <a:t>마스터 텍스트 스타일을 편집하려면 클릭</a:t>
            </a:r>
            <a:endParaRPr lang="ko-KR" altLang="en-US" smtClean="0"/>
          </a:p>
          <a:p>
            <a:pPr lvl="1"/>
            <a:r>
              <a:rPr lang="ko-KR" altLang="en-US" smtClean="0"/>
              <a:t>두 번째 수준</a:t>
            </a:r>
            <a:endParaRPr lang="ko-KR" altLang="en-US" smtClean="0"/>
          </a:p>
          <a:p>
            <a:pPr lvl="2"/>
            <a:r>
              <a:rPr lang="ko-KR" altLang="en-US" smtClean="0"/>
              <a:t>세 번째 수준</a:t>
            </a:r>
            <a:endParaRPr lang="ko-KR" altLang="en-US" smtClean="0"/>
          </a:p>
          <a:p>
            <a:pPr lvl="3"/>
            <a:r>
              <a:rPr lang="ko-KR" altLang="en-US" smtClean="0"/>
              <a:t>네 번째 수준</a:t>
            </a:r>
            <a:endParaRPr lang="ko-KR" altLang="en-US" smtClean="0"/>
          </a:p>
          <a:p>
            <a:pPr lvl="4"/>
            <a:r>
              <a:rPr lang="ko-KR" altLang="en-US" smtClean="0"/>
              <a:t>다섯 번째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텍스트를 편집하려면 클릭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ko-KR" altLang="en-US" smtClean="0"/>
              <a:t>마스터 텍스트 스타일을 편집하려면 클릭</a:t>
            </a:r>
            <a:endParaRPr lang="ko-KR" altLang="en-US" smtClean="0"/>
          </a:p>
          <a:p>
            <a:pPr lvl="1"/>
            <a:r>
              <a:rPr lang="ko-KR" altLang="en-US" smtClean="0"/>
              <a:t>두 번째 수준</a:t>
            </a:r>
            <a:endParaRPr lang="ko-KR" altLang="en-US" smtClean="0"/>
          </a:p>
          <a:p>
            <a:pPr lvl="2"/>
            <a:r>
              <a:rPr lang="ko-KR" altLang="en-US" smtClean="0"/>
              <a:t>세 번째 수준</a:t>
            </a:r>
            <a:endParaRPr lang="ko-KR" altLang="en-US" smtClean="0"/>
          </a:p>
          <a:p>
            <a:pPr lvl="3"/>
            <a:r>
              <a:rPr lang="ko-KR" altLang="en-US" smtClean="0"/>
              <a:t>네 번째 수준</a:t>
            </a:r>
            <a:endParaRPr lang="ko-KR" altLang="en-US" smtClean="0"/>
          </a:p>
          <a:p>
            <a:pPr lvl="4"/>
            <a:r>
              <a:rPr lang="ko-KR" altLang="en-US" smtClean="0"/>
              <a:t>다섯 번째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ko-KR" altLang="en-US" smtClean="0"/>
              <a:t>마스터 텍스트 스타일을 편집하려면 클릭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ko-KR" altLang="en-US" smtClean="0"/>
            </a:fld>
            <a:endParaRPr lang="ko-KR" altLang="en-US"/>
          </a:p>
        </p:txBody>
      </p:sp>
      <p:sp>
        <p:nvSpPr>
          <p:cNvPr id="9" name="제목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ko-KR" altLang="en-US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ko-KR" altLang="en-US" smtClean="0"/>
              <a:t>제목을 편집하려면 클릭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  <a:endParaRPr lang="ko-KR" altLang="en-US" dirty="0"/>
          </a:p>
          <a:p>
            <a:pPr lvl="2"/>
            <a:r>
              <a:rPr lang="ko-KR" altLang="en-US" dirty="0"/>
              <a:t>세 번째 수준</a:t>
            </a:r>
            <a:endParaRPr lang="ko-KR" altLang="en-US" dirty="0"/>
          </a:p>
          <a:p>
            <a:pPr lvl="3"/>
            <a:r>
              <a:rPr lang="ko-KR" altLang="en-US" dirty="0"/>
              <a:t>네 번째 수준</a:t>
            </a:r>
            <a:endParaRPr lang="ko-KR" altLang="en-US" dirty="0"/>
          </a:p>
          <a:p>
            <a:pPr lvl="4"/>
            <a:r>
              <a:rPr lang="ko-KR" altLang="en-US" dirty="0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  <a:endParaRPr lang="ko-KR" altLang="en-US" dirty="0"/>
          </a:p>
          <a:p>
            <a:pPr lvl="2"/>
            <a:r>
              <a:rPr lang="ko-KR" altLang="en-US" dirty="0"/>
              <a:t>세 번째 수준</a:t>
            </a:r>
            <a:endParaRPr lang="ko-KR" altLang="en-US" dirty="0"/>
          </a:p>
          <a:p>
            <a:pPr lvl="3"/>
            <a:r>
              <a:rPr lang="ko-KR" altLang="en-US" dirty="0"/>
              <a:t>네 번째 수준</a:t>
            </a:r>
            <a:endParaRPr lang="ko-KR" altLang="en-US" dirty="0"/>
          </a:p>
          <a:p>
            <a:pPr lvl="4"/>
            <a:r>
              <a:rPr lang="ko-KR" altLang="en-US" dirty="0"/>
              <a:t>다섯 번째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ko-KR" altLang="en-US" smtClean="0"/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ko-KR" altLang="en-US" smtClean="0"/>
              <a:t>제목을 편집하려면 클릭</a:t>
            </a:r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  <a:endParaRPr lang="ko-KR" altLang="en-US" dirty="0"/>
          </a:p>
          <a:p>
            <a:pPr lvl="2"/>
            <a:r>
              <a:rPr lang="ko-KR" altLang="en-US" dirty="0"/>
              <a:t>세 번째 수준</a:t>
            </a:r>
            <a:endParaRPr lang="ko-KR" altLang="en-US" dirty="0"/>
          </a:p>
          <a:p>
            <a:pPr lvl="3"/>
            <a:r>
              <a:rPr lang="ko-KR" altLang="en-US" dirty="0"/>
              <a:t>네 번째 수준</a:t>
            </a:r>
            <a:endParaRPr lang="ko-KR" altLang="en-US" dirty="0"/>
          </a:p>
          <a:p>
            <a:pPr lvl="4"/>
            <a:r>
              <a:rPr lang="ko-KR" altLang="en-US" dirty="0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ko-KR" altLang="en-US" smtClean="0"/>
            </a:fld>
            <a:endParaRPr lang="ko-KR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ko-KR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와이드스크린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빈 프레젠테이션</dc:title>
  <dc:creator/>
  <cp:lastModifiedBy> </cp:lastModifiedBy>
  <dcterms:created xsi:type="dcterms:W3CDTF">2019-06-19T02:08:00Z</dcterms:created>
  <dcterms:modified xsi:type="dcterms:W3CDTF">2025-07-23T01:00:53Z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